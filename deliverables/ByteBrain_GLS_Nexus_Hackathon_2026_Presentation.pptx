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ByteBrain (KenexAI) — GLS Nexus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Academic Success, Performance &amp; Career Readiness Analytics Platform</a:t>
            </a:r>
          </a:p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Academic results, attendance, lifestyle data, and career preferences are stored in separate systems.</a:t>
            </a:r>
          </a:p>
          <a:p>
            <a:pPr>
              <a:defRPr sz="2200"/>
            </a:pPr>
            <a:r>
              <a:t>Because signals are fragmented, institutions cannot identify at-risk students early and reliably.</a:t>
            </a:r>
          </a:p>
          <a:p>
            <a:pPr>
              <a:defRPr sz="2200"/>
            </a:pPr>
            <a:r>
              <a:t>Faculty and mentors lack one unified, explainable view for timely intervention.</a:t>
            </a:r>
          </a:p>
          <a:p>
            <a:pPr>
              <a:defRPr sz="2200"/>
            </a:pPr>
            <a:r>
              <a:t>Objective: Convert disconnected student data into actionable intelligence for Students, Faculty, and Admins.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Expected Outcome /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production-first platform that unifies institutional data into a student-grain model.</a:t>
            </a:r>
          </a:p>
          <a:p>
            <a:pPr>
              <a:defRPr sz="2200"/>
            </a:pPr>
            <a:r>
              <a:t>Provide role-based dashboards with descriptive analytics for learning gaps and attendance risk.</a:t>
            </a:r>
          </a:p>
          <a:p>
            <a:pPr>
              <a:defRPr sz="2200"/>
            </a:pPr>
            <a:r>
              <a:t>Add explainable predictive risk scoring (ML) and grounded recommendations (GenAI adapter) in later phases.</a:t>
            </a:r>
          </a:p>
          <a:p>
            <a:pPr>
              <a:defRPr sz="2200"/>
            </a:pPr>
            <a:r>
              <a:t>Ensure security, auditability, and scalability for future multi-institution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920240"/>
            <a:ext cx="21031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1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Data Sources</a:t>
            </a:r>
            <a:br/>
            <a:r>
              <a:t>(Results, Attendance,</a:t>
            </a:r>
            <a:br/>
            <a:r>
              <a:t>Lifestyle, Career)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920240"/>
            <a:ext cx="21031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1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ETL + Validation</a:t>
            </a:r>
            <a:br/>
            <a:r>
              <a:t>+ Data Stitching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920240"/>
            <a:ext cx="21031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1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Unified Warehouse</a:t>
            </a:r>
            <a:br/>
            <a:r>
              <a:t>(Student-Grain Model)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920240"/>
            <a:ext cx="21031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1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Analytics + ML</a:t>
            </a:r>
            <a:br/>
            <a:r>
              <a:t>+ Insight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920240"/>
            <a:ext cx="2103120" cy="1097280"/>
          </a:xfrm>
          <a:prstGeom prst="roundRect">
            <a:avLst/>
          </a:prstGeom>
          <a:solidFill>
            <a:srgbClr val="EBF2FF"/>
          </a:solidFill>
          <a:ln>
            <a:solidFill>
              <a:srgbClr val="1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Role Dashboards</a:t>
            </a:r>
            <a:br/>
            <a:r>
              <a:t>(Student/Faculty/Admin)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468880"/>
            <a:ext cx="137160" cy="0"/>
          </a:xfrm>
          <a:prstGeom prst="line">
            <a:avLst/>
          </a:prstGeom>
          <a:ln w="25400">
            <a:solidFill>
              <a:srgbClr val="18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2468880"/>
            <a:ext cx="137160" cy="0"/>
          </a:xfrm>
          <a:prstGeom prst="line">
            <a:avLst/>
          </a:prstGeom>
          <a:ln w="25400">
            <a:solidFill>
              <a:srgbClr val="18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468880"/>
            <a:ext cx="137160" cy="0"/>
          </a:xfrm>
          <a:prstGeom prst="line">
            <a:avLst/>
          </a:prstGeom>
          <a:ln w="25400">
            <a:solidFill>
              <a:srgbClr val="18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0" y="2468880"/>
            <a:ext cx="137160" cy="0"/>
          </a:xfrm>
          <a:prstGeom prst="line">
            <a:avLst/>
          </a:prstGeom>
          <a:ln w="25400">
            <a:solidFill>
              <a:srgbClr val="18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657600"/>
            <a:ext cx="11338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A5A5A"/>
                </a:solidFill>
              </a:defRPr>
            </a:pPr>
            <a:r>
              <a:t>Backend-first sequence: Data Pipeline → APIs → Dashboard Integration →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Technologies / Tools Planned to Be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Next.js 16, React 19, TypeScript, Tailwind CSS, shadcn/ui, Recharts.</a:t>
            </a:r>
          </a:p>
          <a:p>
            <a:pPr>
              <a:defRPr sz="2200"/>
            </a:pPr>
            <a:r>
              <a:t>Backend: FastAPI (Python), Pydantic, asyncpg, PostgreSQL (Supabase-hosted).</a:t>
            </a:r>
          </a:p>
          <a:p>
            <a:pPr>
              <a:defRPr sz="2200"/>
            </a:pPr>
            <a:r>
              <a:t>Data Engineering: ETL pipeline (extract, validate, stitch, load, derive).</a:t>
            </a:r>
          </a:p>
          <a:p>
            <a:pPr>
              <a:defRPr sz="2200"/>
            </a:pPr>
            <a:r>
              <a:t>ML/AI: XGBoost / Logistic Regression (planned), SHAP explainability, provider-agnostic GenAI adapter.</a:t>
            </a:r>
          </a:p>
          <a:p>
            <a:pPr>
              <a:defRPr sz="2200"/>
            </a:pPr>
            <a:r>
              <a:t>DevOps/Quality: GitHub, lint/typecheck/build pipeline, secure role-based access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Pseudocode / Algorithm of Proposed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Input: Raw student data from exam, attendance, survey, and career sources</a:t>
            </a:r>
          </a:p>
          <a:p>
            <a:pPr lvl="1">
              <a:defRPr sz="1800"/>
            </a:pPr>
            <a:r>
              <a:t>Validate schema and data quality for each source</a:t>
            </a:r>
          </a:p>
          <a:p>
            <a:pPr lvl="1">
              <a:defRPr sz="1800"/>
            </a:pPr>
            <a:r>
              <a:t>Map every record to canonical Student_ID</a:t>
            </a:r>
          </a:p>
          <a:p>
            <a:pPr lvl="1">
              <a:defRPr sz="1800"/>
            </a:pPr>
            <a:r>
              <a:t>Stitch and load into unified warehouse tables</a:t>
            </a:r>
          </a:p>
          <a:p>
            <a:pPr lvl="1">
              <a:defRPr sz="1800"/>
            </a:pPr>
            <a:r>
              <a:t>Compute analytics metrics (subject, cohort, attendance, trend)</a:t>
            </a:r>
          </a:p>
          <a:p>
            <a:pPr lvl="1">
              <a:defRPr sz="1800"/>
            </a:pPr>
            <a:r>
              <a:t>Run risk prediction model and generate explainable factors</a:t>
            </a:r>
          </a:p>
          <a:p>
            <a:pPr lvl="1">
              <a:defRPr sz="1800"/>
            </a:pPr>
            <a:r>
              <a:t>Build role-specific API responses and dashboard summaries</a:t>
            </a:r>
          </a:p>
          <a:p>
            <a:pPr>
              <a:defRPr sz="2200"/>
            </a:pPr>
            <a:r>
              <a:t>Output: Actionable, role-aware insights + early-warning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Assumptions, Challenges, and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Assumptions: Source data is accessible, Student_ID mapping is consistent, required permissions are granted.</a:t>
            </a:r>
          </a:p>
          <a:p>
            <a:pPr>
              <a:defRPr sz="2200"/>
            </a:pPr>
            <a:r>
              <a:t>Challenges: Data quality gaps, missing historical records, identity conflicts, and model-threshold calibration.</a:t>
            </a:r>
          </a:p>
          <a:p>
            <a:pPr>
              <a:defRPr sz="2200"/>
            </a:pPr>
            <a:r>
              <a:t>Security/Privacy: Sensitive student data requires strict role-based access and audit trails.</a:t>
            </a:r>
          </a:p>
          <a:p>
            <a:pPr>
              <a:defRPr sz="2200"/>
            </a:pPr>
            <a:r>
              <a:t>Open Queries: ETL refresh frequency, intervention ownership model, and final deployment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Earlier detection of academic risk and attendance issues.</a:t>
            </a:r>
          </a:p>
          <a:p>
            <a:pPr>
              <a:defRPr sz="2200"/>
            </a:pPr>
            <a:r>
              <a:t>Better faculty decision-making with explainable evidence.</a:t>
            </a:r>
          </a:p>
          <a:p>
            <a:pPr>
              <a:defRPr sz="2200"/>
            </a:pPr>
            <a:r>
              <a:t>Data-driven guidance for student success and career readiness.</a:t>
            </a:r>
          </a:p>
          <a:p>
            <a:pPr>
              <a:defRPr sz="2200"/>
            </a:pPr>
            <a:r>
              <a:t>A scalable foundation for institution-wide and future multi-tenant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