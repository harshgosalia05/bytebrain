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CampusX. This presentation covers 6 prediction systems, 3 role-based portals, a GenAI copilot, and a full production tech stack. Built for smarter education and brighter futures.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real problems CampusX solves: scattered academic data, no early risk warning, subject performance uncertainty, generic career guidance, faculty lacking analytics, and no 24/7 academic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CampusX centralizes scattered data, runs ML predictions, and delivers personalized insights to three user roles: Students, Faculty, and Admins through dedicated portals.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Bird's eye view of CampusX: 6 prediction systems, 3 role-based portals, 30+ pages, 52 backend services, 21+ database tables, and 15+ chatbot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portal is the most feature-rich. ML insights predict SGPA, attendance risk, and career fit. What-if simulator lets students model scenarios before making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Faculty portal: performance/attendance analytics, workload tracking, marks and attendance entry. Faculty can identify at-risk students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portal: institution-wide analytics, risk donut visualization, ML intelligence monitoring. Full system health and compliance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differentiator: 6 ML prediction systems. M4 is NOT ML - it's a rule-based fallback engine. All ML models use scikit-learn 1.9.0 pinned. Trained on real student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pair is a concrete implemented capability. M3 V3 early warning predicts risk before exams. M1 V3 gives predicted SGPA. M5 maps to career paths. Copilot answers 24/7.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stack: BFF pattern for security. asyncpg for database. scikit-learn 1.9.0 pinned for reproducibility. Docker with health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BFF pattern: Server components fetch from FastAPI. No client-side API keys. JWT auth at every layer. ML pipeline runs server-side with joblib cached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 inference happens server-side. Joblib cached singletons for fast loading. Real DB data feeds into 38-feature contract. Results validated before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ChatGPT wrapper. Intent Router → Tool Registry → Verified Context → LLM. All tool calls verified against RBAC. No API keys exposed to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screenshots, not mockups. SplashCursor animation on hero. shadcn/ui components. Dark theme consistent across all portals.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from day one. HMAC-SHA256 JWT signing. HttpOnly cookies prevent XSS. bcrypt for passwords. RBAC at every endpoint. Docker one-command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Reactive to proactive. M3 predicts before exams. M1 gives predicted marks. 24/7 copilot replaces office-hours-only support. Single dashboard replaces scattered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 platform: 6 prediction systems, 3 portals, GenAI copilot. Future: mobile app, parent portal, cloud deployment, automated retraining, LMS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pusx-cx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CampusX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08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DA1F2"/>
                </a:solidFill>
                <a:latin typeface="Calibri"/>
              </a:defRPr>
            </a:pPr>
            <a:r>
              <a:t>AI-Powered Academic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057400"/>
            <a:ext cx="32004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1D5DB"/>
                </a:solidFill>
                <a:latin typeface="Calibri"/>
              </a:defRPr>
            </a:pPr>
            <a:r>
              <a:t>Smarter Education. Brighter Futures.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Team Name: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310128"/>
            <a:ext cx="1828800" cy="127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456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Institution: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3657600"/>
            <a:ext cx="1828800" cy="127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803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Members: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4005072"/>
            <a:ext cx="1828800" cy="127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1513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Guide: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352544"/>
            <a:ext cx="1828800" cy="127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1097280"/>
            <a:ext cx="475488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DA1F2"/>
                </a:solidFill>
                <a:latin typeface="Calibri"/>
              </a:defRPr>
            </a:pPr>
            <a:r>
              <a:t>Platform Highlights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91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A1F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Prediction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SGPA, Attendance, Marks, Risk, Performance, Career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4048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A1F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Role-Based Portals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679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Student, Faculty, Admin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1181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A1F2"/>
                </a:solidFill>
                <a:latin typeface="Calibri"/>
              </a:defRPr>
            </a:pPr>
            <a:r>
              <a:t>GenAI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118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392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Natural language academic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313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A1F2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831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Backend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105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Enterprise-grade FastAPI microservices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5445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A1F2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544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818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Comprehensive platform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257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A1F2"/>
                </a:solidFill>
                <a:latin typeface="Calibri"/>
              </a:defRPr>
            </a:pPr>
            <a:r>
              <a:t>21+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Structured PostgreSQL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Challenges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11480" cy="320040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Scattered Academic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Students juggle multiple spreadsheets, portals, and paper records. No single source of truth for grades, attendance, or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4630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600200"/>
            <a:ext cx="41148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 Early Risk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240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By the time poor performance is noticed, it's too late. There's no predictive system to alert students or faculty before failures occur.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4630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600200"/>
            <a:ext cx="41148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Subject Performance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240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Students don't know which subjects they'll struggle with next semester. No data-driven prediction of future marks.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9776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4114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Generic Career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Career advice is one-size-fits-all. No personalized recommendations based on actual academic performance and skills.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9776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51960" y="4114800"/>
            <a:ext cx="4114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80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Faculty Lack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7548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Teachers have no dashboards showing class performance trends, at-risk students, or workload distribution.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9776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80" y="4114800"/>
            <a:ext cx="411480" cy="320040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480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 24/7 Academic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7548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Students can't get instant answers to academic questions outside office hours. No AI-powered support.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CampusX Solves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9260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DA1F2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29260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Faculty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45920"/>
            <a:ext cx="29260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8BFA"/>
                </a:solidFill>
                <a:latin typeface="Calibri"/>
              </a:defRPr>
            </a:pPr>
            <a:r>
              <a:t>Admins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148840" y="2651760"/>
            <a:ext cx="274320" cy="36576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5440680" y="2651760"/>
            <a:ext cx="274320" cy="36576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732520" y="2651760"/>
            <a:ext cx="274320" cy="36576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154680"/>
            <a:ext cx="1005840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DA1F2"/>
                </a:solidFill>
                <a:latin typeface="Calibri"/>
              </a:defRPr>
            </a:pPr>
            <a:r>
              <a:t>CampusX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t>Unified Data Ingestion  →  ML Predictions  →  GenAI Copilot  →  Role-Based Portals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645920" y="4343400"/>
            <a:ext cx="274320" cy="36576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206240" y="4343400"/>
            <a:ext cx="274320" cy="36576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6766560" y="4343400"/>
            <a:ext cx="274320" cy="36576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326880" y="4343400"/>
            <a:ext cx="274320" cy="36576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48463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029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ML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394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6 trained 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48463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5029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394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3 role-based portals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48463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5029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GenAI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394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24/7 AI assistant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4846320"/>
            <a:ext cx="24688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029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Career Guidance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394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Personalized paths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56616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DA1F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Prediction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80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ML models serving real-time predictions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463040"/>
            <a:ext cx="356616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37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DA1F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14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Role-Based Portals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80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Student, Faculty, Admin dashboards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463040"/>
            <a:ext cx="356616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7373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DA1F2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514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880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Comprehensive platform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94760"/>
            <a:ext cx="356616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69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DA1F2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Enterprise-grade FastAPI endpoints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794760"/>
            <a:ext cx="356616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069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DA1F2"/>
                </a:solidFill>
                <a:latin typeface="Calibri"/>
              </a:defRPr>
            </a:pPr>
            <a:r>
              <a:t>21+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46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Structured PostgreSQL schema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794760"/>
            <a:ext cx="356616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0690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DA1F2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846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Chatbot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GenAI copilot tool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STUDENT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Student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Overview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92808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Academic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68296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Report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43784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16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Subject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19272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Attendance Tracker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94760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67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Timetable Viewer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70248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ML Predictions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745736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18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Career Guidance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21224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943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Goal Setting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696712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698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417320"/>
            <a:ext cx="566928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DA1F2"/>
                </a:solidFill>
                <a:latin typeface="Calibri"/>
              </a:defRPr>
            </a:pPr>
            <a:r>
              <a:t>Key Metrics 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965960"/>
            <a:ext cx="23774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0208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SGPA Tracker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404872"/>
            <a:ext cx="23774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459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Attendance 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843784"/>
            <a:ext cx="23774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898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Backlog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282696"/>
            <a:ext cx="23774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Credits Earned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3721608"/>
            <a:ext cx="23774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776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Health 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4160520"/>
            <a:ext cx="23774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215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Priority Tasks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6355080"/>
            <a:ext cx="111556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373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[Screenshot: Student Dashboard]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FACULTY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Faculty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Class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92808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Student Performance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68296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Attendance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43784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16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Marks 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19272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Attendance 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94760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67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Workload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70248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At-Risk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745736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18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Subject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21224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943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Export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696712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698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417320"/>
            <a:ext cx="566928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Analytics Capabilities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965960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0025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Class Performance Trends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350008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3865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At-Risk Student Alerts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734056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770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Subject Difficulty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118104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154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Attendance Pattern Mining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3502152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538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Marks Distribution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3886200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9227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Workload Distribution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4270248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43068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Comparative Analytics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654296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6908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Export &amp; Reporting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355080"/>
            <a:ext cx="111556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373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[Screenshot: Faculty Dashboard]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ADMIN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Institution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92808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Risk Donut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68296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ML System Monitor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43784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16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Student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19272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Faculty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94760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67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Course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70248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745736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18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System 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21224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943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Bulk 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696712"/>
            <a:ext cx="5120640" cy="43891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698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Audit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417320"/>
            <a:ext cx="566928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alibri"/>
              </a:defRPr>
            </a:pPr>
            <a:r>
              <a:t>Intelligence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965960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0025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Institution-Wide Risk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350008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3865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ML Model 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734056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770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Prediction Accuracy Metrics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118104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154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System Health Monitoring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3502152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538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User Activity 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3886200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9227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Data Pipeline 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4270248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43068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Capacity Planning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654296"/>
            <a:ext cx="521208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6908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•  Compliance Reporting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355080"/>
            <a:ext cx="111556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373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[Screenshot: Admin Dashboard]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/ ML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Core Differentiator: 6 Prediction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56616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DA1F2"/>
                </a:solidFill>
                <a:latin typeface="Calibri"/>
              </a:defRPr>
            </a:pPr>
            <a:r>
              <a:t>M1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SGPA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Algorithm: 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Predicts next-semester SGPA from historical 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28600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Trained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463040"/>
            <a:ext cx="356616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M2-TP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Attendance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Algorithm: 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Flags students likely to fall below 75% attendance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017520"/>
            <a:ext cx="2286000" cy="29260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Trained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63040"/>
            <a:ext cx="356616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M3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Marks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Algorithm: Decision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Predicts per-subject marks with early warning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017520"/>
            <a:ext cx="2286000" cy="29260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Trained 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886200"/>
            <a:ext cx="356616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77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M3 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Early Warning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Algorithm: 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Multi-risk assessment with confidence scores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0680"/>
            <a:ext cx="2286000" cy="29260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Trained ML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886200"/>
            <a:ext cx="356616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977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Performance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526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Algorithm: Rule-Based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4800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Fallback scoring when ML models unavailable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5440680"/>
            <a:ext cx="2286000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NOT ML - Rule-Based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20" y="3886200"/>
            <a:ext cx="356616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3977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CC15"/>
                </a:solidFill>
                <a:latin typeface="Calibri"/>
              </a:defRPr>
            </a:pPr>
            <a:r>
              <a:t>M5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Career 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4526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Algorithm: Cosine Similarity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800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Maps skills and grades to career pathways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5440680"/>
            <a:ext cx="2286000" cy="292608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Trained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 →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Every Problem Has a CampusX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Problem: No Early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Students fail without notice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1680" y="2194560"/>
            <a:ext cx="365760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CampusX Solution: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M3 V3 Early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Predicts risk 4 weeks before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4630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Problem: Scattered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105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Multiple portals, no unified view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15000" y="2194560"/>
            <a:ext cx="365760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560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CampusX Solution: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8163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Unified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0906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Single source of truth for all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4630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15544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Problem: Generic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18105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One-size-fits-all career advice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18320" y="2194560"/>
            <a:ext cx="365760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2560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CampusX Solution: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8163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M5 Career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0906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Personalized pathways from real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776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Problem: No 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25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Students guess their performance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011680" y="4709160"/>
            <a:ext cx="365760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CampusX Solution: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309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M1 V3 SGPA Predictor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05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Predicted SGPA with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39776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4069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Problem: Faculty Blind Spots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325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No class-level analytics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715000" y="4709160"/>
            <a:ext cx="365760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5074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CampusX Solution: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53309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Faculty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5605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At-risk alerts and trends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3977640"/>
            <a:ext cx="356616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4069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Problem: No AI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4325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No instant academic answers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418320" y="4709160"/>
            <a:ext cx="365760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5074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CampusX Solution: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53309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GenAI Copilot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5605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t>24/7 role-aware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Production-Grade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1556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904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Next.js 15, React 19, TypeScript, Tailwind CSS, shadcn/ui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9047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BFF pattern, Server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30552"/>
            <a:ext cx="111556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037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037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FastAPI (Python 3.11), Pydantic v2, asyncpg, Celery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0370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Async-first, auto-generated OpenAPI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843784"/>
            <a:ext cx="111556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169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9169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PostgreSQL 15, SQLAlchemy 2.0, Alembic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9169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21+ tables, parameterized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57016"/>
            <a:ext cx="111556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0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630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scikit-learn 1.9.0, pandas, joblib, 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6301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6 models, joblib cached singletons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270248"/>
            <a:ext cx="111556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GenAI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343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OpenAI GPT-4o-mini, Tool Registry, System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3434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Intent routing, verified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983480"/>
            <a:ext cx="111556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566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056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HMAC-SHA256 JWT, bcrypt, HttpOnly, RBAC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0566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Rate limiting, token revocation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696712"/>
            <a:ext cx="111556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7698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CC15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769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Docker, Docker Compose, Health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76986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One-command deployment, auto-restart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Faculty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554480"/>
            <a:ext cx="256032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Admins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2286000"/>
            <a:ext cx="320040" cy="32004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697480"/>
            <a:ext cx="91440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8620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DA1F2"/>
                </a:solidFill>
                <a:latin typeface="Calibri"/>
              </a:defRPr>
            </a:pPr>
            <a:r>
              <a:t>Next.js 15 Frontend  (Server Components + BFF)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60720" y="3429000"/>
            <a:ext cx="320040" cy="32004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BFF fetch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840480"/>
            <a:ext cx="91440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0050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FastAPI Backend  (52 Services, JWT Auth, Rate Limiting)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60720" y="4572000"/>
            <a:ext cx="320040" cy="32004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Security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983480"/>
            <a:ext cx="4297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1480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PostgreSQL  (21+ Tables)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983480"/>
            <a:ext cx="45720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97316"/>
                </a:solidFill>
                <a:latin typeface="Calibri"/>
              </a:defRPr>
            </a:pPr>
            <a:r>
              <a:t>ML Pipeline  (6 Models, joblib cache)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760720" y="5715000"/>
            <a:ext cx="320040" cy="32004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71600" y="6126480"/>
            <a:ext cx="9144000" cy="548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2544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ACC15"/>
                </a:solidFill>
                <a:latin typeface="Calibri"/>
              </a:defRPr>
            </a:pPr>
            <a:r>
              <a:t>GenAI Layer  (OpenAI GPT-4o-mini, Tool Registry, Intent Router)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ML Inference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82880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1810512"/>
            <a:ext cx="228600" cy="274320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1554480"/>
            <a:ext cx="182880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434840" y="1810512"/>
            <a:ext cx="228600" cy="274320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554480"/>
            <a:ext cx="182880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  <a:br/>
            <a:r>
              <a:t>Inference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83680" y="1810512"/>
            <a:ext cx="228600" cy="274320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1554480"/>
            <a:ext cx="182880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  <a:br/>
            <a:r>
              <a:t>Validation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32520" y="1810512"/>
            <a:ext cx="228600" cy="274320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40" y="1554480"/>
            <a:ext cx="1828800" cy="822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91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  <a:br/>
            <a:r>
              <a:t>Display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74320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1. Student requests SGPA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52044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2. Frontend sends BFF request (server-side)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29768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3. Backend validates JWT &amp; RBAC permissions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07492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4. Feature extraction from PostgreSQL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85216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5. Data shaped to 38-feature contract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74320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6. ML model loaded from joblib cache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52044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7. Prediction generated with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429768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8. Result validated against business rules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507492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9. Response returned to Next.js server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5852160"/>
            <a:ext cx="539496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5989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10. Dashboard renders predicted SGPA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GenAI Academic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55448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84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84248" y="1737360"/>
            <a:ext cx="201168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80" y="1508760"/>
            <a:ext cx="155448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6184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Intent</a:t>
            </a:r>
            <a:br/>
            <a:r>
              <a:t>Router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13048" y="1737360"/>
            <a:ext cx="201168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1508760"/>
            <a:ext cx="155448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6184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  <a:br/>
            <a:r>
              <a:t>Registry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41848" y="1737360"/>
            <a:ext cx="201168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97880" y="1508760"/>
            <a:ext cx="155448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6184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Verified</a:t>
            </a:r>
            <a:br/>
            <a:r>
              <a:t>Context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70648" y="1737360"/>
            <a:ext cx="201168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80" y="1508760"/>
            <a:ext cx="155448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16184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GenAI</a:t>
            </a:r>
            <a:br/>
            <a:r>
              <a:t>Provider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99448" y="1737360"/>
            <a:ext cx="201168" cy="256032"/>
          </a:xfrm>
          <a:prstGeom prst="right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5480" y="1508760"/>
            <a:ext cx="1554480" cy="731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6184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560320"/>
            <a:ext cx="34747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33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A1F2"/>
                </a:solidFill>
                <a:latin typeface="Calibri"/>
              </a:defRPr>
            </a:pPr>
            <a:r>
              <a:t>Student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SGPA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Attendance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27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Subject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3227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Career Guidance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49040"/>
            <a:ext cx="34747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221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A1F2"/>
                </a:solidFill>
                <a:latin typeface="Calibri"/>
              </a:defRPr>
            </a:pPr>
            <a:r>
              <a:t>Faculty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96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Class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096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At-Risk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16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Marks Entry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416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Workload 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937760"/>
            <a:ext cx="34747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10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A1F2"/>
                </a:solidFill>
                <a:latin typeface="Calibri"/>
              </a:defRPr>
            </a:pPr>
            <a:r>
              <a:t>Admin 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Institution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ML Monitor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605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Risk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605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D1D5DB"/>
                </a:solidFill>
                <a:latin typeface="Calibri"/>
              </a:defRPr>
            </a:pPr>
            <a:r>
              <a:t>•  System Health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2560320"/>
            <a:ext cx="731520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2651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Security Invariants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017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1. No API keys exposed to client (BFF pattern)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3337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2. All tool calls verified against RBAC permissions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657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3. Verified context only - no raw DB access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977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4. Rate limiting on all Copilot endpoints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297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5. JWT validation on every request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4617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6. Tool registry is role-gated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4937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7. No data leakage across tenants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2578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8. Audit logging for all AI interactions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UI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Live Platform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2402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Student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8" y="1463040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22402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6060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Academic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25896" y="1463040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5896" y="22402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6" y="26060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ML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463040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3104" y="22402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26060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Report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67328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54456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103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Faculty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8688" y="3767328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454456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18688" y="49103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Attendance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25896" y="3767328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25896" y="454456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49103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Admin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33104" y="3767328"/>
            <a:ext cx="26974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3104" y="454456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CA3AF"/>
                </a:solidFill>
                <a:latin typeface="Calibri"/>
              </a:defRPr>
            </a:pPr>
            <a:r>
              <a:t>Screenshot: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49103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DA1F2"/>
                </a:solidFill>
                <a:latin typeface="Calibri"/>
              </a:defRPr>
            </a:pPr>
            <a:r>
              <a:t>GenAI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Enterprise-Grade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HMAC-SHA256 JWT Signing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29384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20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HttpOnly Cookies (No XSS)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41448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bcrypt Password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953512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65576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570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Rate Limiting (Per Endpoint)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77640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Token Revocation &amp; Expiry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489704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Data Isolation (Tenant-Safe)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001768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93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Audit Logging (All Actions)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13832"/>
            <a:ext cx="5120640" cy="47548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605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CORS &amp; Security Headers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1417320"/>
            <a:ext cx="566928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ACC15"/>
                </a:solidFill>
                <a:latin typeface="Calibri"/>
              </a:defRPr>
            </a:pPr>
            <a:r>
              <a:t>Docker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011680"/>
            <a:ext cx="5029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CC15"/>
                </a:solidFill>
                <a:latin typeface="Calibri"/>
              </a:defRPr>
            </a:pPr>
            <a:r>
              <a:t>Docker Container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458200" y="2697480"/>
            <a:ext cx="274320" cy="27432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26480" y="3063240"/>
            <a:ext cx="5029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458200" y="3749039"/>
            <a:ext cx="274320" cy="274320"/>
          </a:xfrm>
          <a:prstGeom prst="downArrow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4069080"/>
            <a:ext cx="146304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1422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DA1F2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572000"/>
            <a:ext cx="146304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645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074920"/>
            <a:ext cx="146304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5148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78BFA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Measurable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36576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636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CA3AF"/>
                </a:solidFill>
                <a:latin typeface="Calibri"/>
              </a:defRPr>
            </a:pPr>
            <a:r>
              <a:t>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08760"/>
            <a:ext cx="36576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5636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F4444"/>
                </a:solidFill>
                <a:latin typeface="Calibri"/>
              </a:defRPr>
            </a:pPr>
            <a:r>
              <a:t>Without CampusX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8404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6362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C55E"/>
                </a:solidFill>
                <a:latin typeface="Calibri"/>
              </a:defRPr>
            </a:pPr>
            <a:r>
              <a:t>With CampusX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6596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6596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Multiple portals, spreadsheets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84048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057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Single unified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51460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06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Performance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51460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606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Detected after 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514600"/>
            <a:ext cx="384048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606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Predicted 4 weeks early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06324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Career Guidance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06324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154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Generic, one-size-fits-all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63240"/>
            <a:ext cx="384048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154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Personalized, ML-driven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61188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Faculty Analytics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361188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3703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Manual tracking, spreadsheets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611880"/>
            <a:ext cx="384048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Real-time dashboards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16052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51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Student Support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416052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4251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Office hours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160520"/>
            <a:ext cx="384048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251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24/7 GenAI Copilot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470916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Academic Prediction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0" y="470916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No prediction capability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709160"/>
            <a:ext cx="384048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4800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6 ML prediction systems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525780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349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Institution Oversight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06240" y="5257800"/>
            <a:ext cx="365760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5349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Reactive reporting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257800"/>
            <a:ext cx="384048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5349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C55E"/>
                </a:solidFill>
                <a:latin typeface="Calibri"/>
              </a:defRPr>
            </a:pPr>
            <a:r>
              <a:t>Proactive risk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1645920" cy="292608"/>
          </a:xfrm>
          <a:prstGeom prst="round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We Built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1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539496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A1F2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✓  6 production ML prediction systems (scikit-learn 1.9.0)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96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✓  3 role-based portals (Student, Faculty, Admin)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3522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✓  GenAI Academic Copilot with tool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741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✓  52 backend services on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✓  21+ database tables with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✓  Enterprise security: JWT, RBAC, 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548640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📱  Mobile App (React Native)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96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👨‍👩‍👧  Parent Portal with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3522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☁️  Cloud deployment (AWS/GCP)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7413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🔄  Automated model retraining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813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📊  Advanced analytics (cohort analysis)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🤝  LMS integration (Moodle, Canvas)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6263640"/>
            <a:ext cx="1115568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DA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2910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DA1F2"/>
                </a:solidFill>
                <a:latin typeface="Calibri"/>
              </a:defRPr>
            </a:pPr>
            <a:r>
              <a:t>CampusX — Smarter Education. Brighter Futures.  |  Thank You!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